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Enzimas: cinetica de Michaelis-Menten</a:t>
            </a:r>
          </a:p>
        </p:txBody>
      </p:sp>
      <p:pic>
        <p:nvPicPr>
          <p:cNvPr id="3" name="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" cy="100"/>
          </a:xfrm>
          <a:prstGeom prst="rect">
            <a:avLst/>
          </a:prstGeom>
        </p:spPr>
      </p:pic>
    </p:spTree>
  </p:cSld>
</p:sld>
</file>